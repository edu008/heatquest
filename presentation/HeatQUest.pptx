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obby Jones" charset="1" panose="00000000000000000000"/>
      <p:regular r:id="rId12"/>
    </p:embeddedFont>
    <p:embeddedFont>
      <p:font typeface="Biski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6.jpeg" Type="http://schemas.openxmlformats.org/officeDocument/2006/relationships/image"/><Relationship Id="rId5" Target="../media/VAG4RFwOhTw.mp4" Type="http://schemas.openxmlformats.org/officeDocument/2006/relationships/video"/><Relationship Id="rId6" Target="../media/VAG4RFwOhTw.mp4" Type="http://schemas.microsoft.com/office/2007/relationships/media"/><Relationship Id="rId7" Target="../media/image37.png" Type="http://schemas.openxmlformats.org/officeDocument/2006/relationships/image"/><Relationship Id="rId8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36959" y="4516468"/>
            <a:ext cx="5791336" cy="6547454"/>
            <a:chOff x="0" y="0"/>
            <a:chExt cx="7721781" cy="8729938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18824"/>
              <a:ext cx="7721781" cy="8311114"/>
            </a:xfrm>
            <a:custGeom>
              <a:avLst/>
              <a:gdLst/>
              <a:ahLst/>
              <a:cxnLst/>
              <a:rect r="r" b="b" t="t" l="l"/>
              <a:pathLst>
                <a:path h="8311114" w="7721781">
                  <a:moveTo>
                    <a:pt x="7721781" y="0"/>
                  </a:moveTo>
                  <a:lnTo>
                    <a:pt x="0" y="0"/>
                  </a:lnTo>
                  <a:lnTo>
                    <a:pt x="0" y="8311114"/>
                  </a:lnTo>
                  <a:lnTo>
                    <a:pt x="7721781" y="8311114"/>
                  </a:lnTo>
                  <a:lnTo>
                    <a:pt x="7721781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028508" y="0"/>
              <a:ext cx="2832382" cy="2832382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7E7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11032241" y="1359188"/>
            <a:ext cx="4500385" cy="5334508"/>
          </a:xfrm>
          <a:custGeom>
            <a:avLst/>
            <a:gdLst/>
            <a:ahLst/>
            <a:cxnLst/>
            <a:rect r="r" b="b" t="t" l="l"/>
            <a:pathLst>
              <a:path h="5334508" w="4500385">
                <a:moveTo>
                  <a:pt x="0" y="0"/>
                </a:moveTo>
                <a:lnTo>
                  <a:pt x="4500386" y="0"/>
                </a:lnTo>
                <a:lnTo>
                  <a:pt x="4500386" y="5334508"/>
                </a:lnTo>
                <a:lnTo>
                  <a:pt x="0" y="533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718296" y="5036732"/>
            <a:ext cx="6543005" cy="6639581"/>
            <a:chOff x="0" y="0"/>
            <a:chExt cx="8724007" cy="8852775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8724007" cy="8852775"/>
            </a:xfrm>
            <a:custGeom>
              <a:avLst/>
              <a:gdLst/>
              <a:ahLst/>
              <a:cxnLst/>
              <a:rect r="r" b="b" t="t" l="l"/>
              <a:pathLst>
                <a:path h="8852775" w="8724007">
                  <a:moveTo>
                    <a:pt x="8724007" y="0"/>
                  </a:moveTo>
                  <a:lnTo>
                    <a:pt x="0" y="0"/>
                  </a:lnTo>
                  <a:lnTo>
                    <a:pt x="0" y="8852775"/>
                  </a:lnTo>
                  <a:lnTo>
                    <a:pt x="8724007" y="8852775"/>
                  </a:lnTo>
                  <a:lnTo>
                    <a:pt x="8724007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4849682" y="646413"/>
              <a:ext cx="3681008" cy="3681008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7E7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1028700" y="3101470"/>
            <a:ext cx="10306611" cy="233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92"/>
              </a:lnSpc>
            </a:pPr>
            <a:r>
              <a:rPr lang="en-US" sz="17192">
                <a:solidFill>
                  <a:srgbClr val="B93B24"/>
                </a:solidFill>
                <a:latin typeface="Bobby Jones"/>
                <a:ea typeface="Bobby Jones"/>
                <a:cs typeface="Bobby Jones"/>
                <a:sym typeface="Bobby Jones"/>
              </a:rPr>
              <a:t>HeatQUest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178545" y="6903256"/>
            <a:ext cx="9930909" cy="1773877"/>
          </a:xfrm>
          <a:custGeom>
            <a:avLst/>
            <a:gdLst/>
            <a:ahLst/>
            <a:cxnLst/>
            <a:rect r="r" b="b" t="t" l="l"/>
            <a:pathLst>
              <a:path h="1773877" w="9930909">
                <a:moveTo>
                  <a:pt x="0" y="0"/>
                </a:moveTo>
                <a:lnTo>
                  <a:pt x="9930910" y="0"/>
                </a:lnTo>
                <a:lnTo>
                  <a:pt x="9930910" y="1773877"/>
                </a:lnTo>
                <a:lnTo>
                  <a:pt x="0" y="17738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4777570">
            <a:off x="-825226" y="981018"/>
            <a:ext cx="2566241" cy="2604119"/>
          </a:xfrm>
          <a:custGeom>
            <a:avLst/>
            <a:gdLst/>
            <a:ahLst/>
            <a:cxnLst/>
            <a:rect r="r" b="b" t="t" l="l"/>
            <a:pathLst>
              <a:path h="2604119" w="2566241">
                <a:moveTo>
                  <a:pt x="0" y="0"/>
                </a:moveTo>
                <a:lnTo>
                  <a:pt x="2566242" y="0"/>
                </a:lnTo>
                <a:lnTo>
                  <a:pt x="2566242" y="2604119"/>
                </a:lnTo>
                <a:lnTo>
                  <a:pt x="0" y="26041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848748">
            <a:off x="16225479" y="786469"/>
            <a:ext cx="2791065" cy="2659123"/>
          </a:xfrm>
          <a:custGeom>
            <a:avLst/>
            <a:gdLst/>
            <a:ahLst/>
            <a:cxnLst/>
            <a:rect r="r" b="b" t="t" l="l"/>
            <a:pathLst>
              <a:path h="2659123" w="2791065">
                <a:moveTo>
                  <a:pt x="0" y="0"/>
                </a:moveTo>
                <a:lnTo>
                  <a:pt x="2791065" y="0"/>
                </a:lnTo>
                <a:lnTo>
                  <a:pt x="2791065" y="2659124"/>
                </a:lnTo>
                <a:lnTo>
                  <a:pt x="0" y="26591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0487418">
            <a:off x="7430076" y="-2885695"/>
            <a:ext cx="3052433" cy="4114800"/>
          </a:xfrm>
          <a:custGeom>
            <a:avLst/>
            <a:gdLst/>
            <a:ahLst/>
            <a:cxnLst/>
            <a:rect r="r" b="b" t="t" l="l"/>
            <a:pathLst>
              <a:path h="4114800" w="3052433">
                <a:moveTo>
                  <a:pt x="0" y="0"/>
                </a:moveTo>
                <a:lnTo>
                  <a:pt x="3052434" y="0"/>
                </a:lnTo>
                <a:lnTo>
                  <a:pt x="3052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284258" y="6927647"/>
            <a:ext cx="5719483" cy="107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</a:pPr>
            <a:r>
              <a:rPr lang="en-US" sz="3121">
                <a:solidFill>
                  <a:srgbClr val="FFF9F0"/>
                </a:solidFill>
                <a:latin typeface="Biski"/>
                <a:ea typeface="Biski"/>
                <a:cs typeface="Biski"/>
                <a:sym typeface="Biski"/>
              </a:rPr>
              <a:t>Understanding the Impacts and Taking Action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3931" y="8205204"/>
            <a:ext cx="5566967" cy="2479831"/>
          </a:xfrm>
          <a:custGeom>
            <a:avLst/>
            <a:gdLst/>
            <a:ahLst/>
            <a:cxnLst/>
            <a:rect r="r" b="b" t="t" l="l"/>
            <a:pathLst>
              <a:path h="2479831" w="5566967">
                <a:moveTo>
                  <a:pt x="0" y="0"/>
                </a:moveTo>
                <a:lnTo>
                  <a:pt x="5566967" y="0"/>
                </a:lnTo>
                <a:lnTo>
                  <a:pt x="5566967" y="2479831"/>
                </a:lnTo>
                <a:lnTo>
                  <a:pt x="0" y="2479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28328" y="794595"/>
            <a:ext cx="9038123" cy="8923092"/>
          </a:xfrm>
          <a:custGeom>
            <a:avLst/>
            <a:gdLst/>
            <a:ahLst/>
            <a:cxnLst/>
            <a:rect r="r" b="b" t="t" l="l"/>
            <a:pathLst>
              <a:path h="8923092" w="9038123">
                <a:moveTo>
                  <a:pt x="0" y="0"/>
                </a:moveTo>
                <a:lnTo>
                  <a:pt x="9038123" y="0"/>
                </a:lnTo>
                <a:lnTo>
                  <a:pt x="9038123" y="8923092"/>
                </a:lnTo>
                <a:lnTo>
                  <a:pt x="0" y="8923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50954">
            <a:off x="6825538" y="7575925"/>
            <a:ext cx="1222232" cy="1783098"/>
          </a:xfrm>
          <a:custGeom>
            <a:avLst/>
            <a:gdLst/>
            <a:ahLst/>
            <a:cxnLst/>
            <a:rect r="r" b="b" t="t" l="l"/>
            <a:pathLst>
              <a:path h="1783098" w="1222232">
                <a:moveTo>
                  <a:pt x="0" y="0"/>
                </a:moveTo>
                <a:lnTo>
                  <a:pt x="1222232" y="0"/>
                </a:lnTo>
                <a:lnTo>
                  <a:pt x="1222232" y="1783097"/>
                </a:lnTo>
                <a:lnTo>
                  <a:pt x="0" y="1783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24274" y="7114585"/>
            <a:ext cx="2542176" cy="2542176"/>
          </a:xfrm>
          <a:custGeom>
            <a:avLst/>
            <a:gdLst/>
            <a:ahLst/>
            <a:cxnLst/>
            <a:rect r="r" b="b" t="t" l="l"/>
            <a:pathLst>
              <a:path h="2542176" w="2542176">
                <a:moveTo>
                  <a:pt x="0" y="0"/>
                </a:moveTo>
                <a:lnTo>
                  <a:pt x="2542177" y="0"/>
                </a:lnTo>
                <a:lnTo>
                  <a:pt x="2542177" y="2542176"/>
                </a:lnTo>
                <a:lnTo>
                  <a:pt x="0" y="2542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24621">
            <a:off x="-1742235" y="-809228"/>
            <a:ext cx="3052433" cy="4114800"/>
          </a:xfrm>
          <a:custGeom>
            <a:avLst/>
            <a:gdLst/>
            <a:ahLst/>
            <a:cxnLst/>
            <a:rect r="r" b="b" t="t" l="l"/>
            <a:pathLst>
              <a:path h="4114800" w="3052433">
                <a:moveTo>
                  <a:pt x="0" y="0"/>
                </a:moveTo>
                <a:lnTo>
                  <a:pt x="3052433" y="0"/>
                </a:lnTo>
                <a:lnTo>
                  <a:pt x="3052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9552" y="2062082"/>
            <a:ext cx="8228499" cy="20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 User Problem</a:t>
            </a:r>
          </a:p>
          <a:p>
            <a:pPr algn="l">
              <a:lnSpc>
                <a:spcPts val="7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09552" y="3331867"/>
            <a:ext cx="6882453" cy="594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201" indent="-344100" lvl="1">
              <a:lnSpc>
                <a:spcPts val="3187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Municipalities and citizens struggle to spot critical heat zones quickly.</a:t>
            </a:r>
          </a:p>
          <a:p>
            <a:pPr algn="l">
              <a:lnSpc>
                <a:spcPts val="3187"/>
              </a:lnSpc>
            </a:pPr>
          </a:p>
          <a:p>
            <a:pPr algn="l" marL="688201" indent="-344100" lvl="1">
              <a:lnSpc>
                <a:spcPts val="3187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Climate engagement tools rarely feel actionable or fun.</a:t>
            </a:r>
          </a:p>
          <a:p>
            <a:pPr algn="l">
              <a:lnSpc>
                <a:spcPts val="3187"/>
              </a:lnSpc>
            </a:pPr>
          </a:p>
          <a:p>
            <a:pPr algn="l" marL="688201" indent="-344100" lvl="1">
              <a:lnSpc>
                <a:spcPts val="3187"/>
              </a:lnSpc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People do not receive rewards for taking action against climate change.</a:t>
            </a: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187"/>
              </a:lnSpc>
            </a:pPr>
          </a:p>
          <a:p>
            <a:pPr algn="l">
              <a:lnSpc>
                <a:spcPts val="318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7436654" y="-690734"/>
            <a:ext cx="1910703" cy="1938905"/>
          </a:xfrm>
          <a:custGeom>
            <a:avLst/>
            <a:gdLst/>
            <a:ahLst/>
            <a:cxnLst/>
            <a:rect r="r" b="b" t="t" l="l"/>
            <a:pathLst>
              <a:path h="1938905" w="1910703">
                <a:moveTo>
                  <a:pt x="0" y="0"/>
                </a:moveTo>
                <a:lnTo>
                  <a:pt x="1910703" y="0"/>
                </a:lnTo>
                <a:lnTo>
                  <a:pt x="1910703" y="1938906"/>
                </a:lnTo>
                <a:lnTo>
                  <a:pt x="0" y="1938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9442" y="8223722"/>
            <a:ext cx="21469918" cy="3761793"/>
            <a:chOff x="0" y="0"/>
            <a:chExt cx="1619259" cy="283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9" cy="283714"/>
            </a:xfrm>
            <a:custGeom>
              <a:avLst/>
              <a:gdLst/>
              <a:ahLst/>
              <a:cxnLst/>
              <a:rect r="r" b="b" t="t" l="l"/>
              <a:pathLst>
                <a:path h="283714" w="1619259">
                  <a:moveTo>
                    <a:pt x="0" y="0"/>
                  </a:moveTo>
                  <a:lnTo>
                    <a:pt x="1619259" y="0"/>
                  </a:lnTo>
                  <a:lnTo>
                    <a:pt x="1619259" y="283714"/>
                  </a:lnTo>
                  <a:lnTo>
                    <a:pt x="0" y="283714"/>
                  </a:lnTo>
                  <a:close/>
                </a:path>
              </a:pathLst>
            </a:custGeom>
            <a:solidFill>
              <a:srgbClr val="ABC3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9259" cy="321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181966"/>
            <a:ext cx="7347343" cy="6612609"/>
          </a:xfrm>
          <a:custGeom>
            <a:avLst/>
            <a:gdLst/>
            <a:ahLst/>
            <a:cxnLst/>
            <a:rect r="r" b="b" t="t" l="l"/>
            <a:pathLst>
              <a:path h="6612609" w="7347343">
                <a:moveTo>
                  <a:pt x="0" y="0"/>
                </a:moveTo>
                <a:lnTo>
                  <a:pt x="7347343" y="0"/>
                </a:lnTo>
                <a:lnTo>
                  <a:pt x="7347343" y="6612609"/>
                </a:lnTo>
                <a:lnTo>
                  <a:pt x="0" y="6612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340782">
            <a:off x="3962144" y="-2398307"/>
            <a:ext cx="3052433" cy="4114800"/>
          </a:xfrm>
          <a:custGeom>
            <a:avLst/>
            <a:gdLst/>
            <a:ahLst/>
            <a:cxnLst/>
            <a:rect r="r" b="b" t="t" l="l"/>
            <a:pathLst>
              <a:path h="4114800" w="3052433">
                <a:moveTo>
                  <a:pt x="0" y="0"/>
                </a:moveTo>
                <a:lnTo>
                  <a:pt x="3052434" y="0"/>
                </a:lnTo>
                <a:lnTo>
                  <a:pt x="3052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35517" y="667421"/>
            <a:ext cx="2284958" cy="970879"/>
          </a:xfrm>
          <a:custGeom>
            <a:avLst/>
            <a:gdLst/>
            <a:ahLst/>
            <a:cxnLst/>
            <a:rect r="r" b="b" t="t" l="l"/>
            <a:pathLst>
              <a:path h="970879" w="2284958">
                <a:moveTo>
                  <a:pt x="0" y="0"/>
                </a:moveTo>
                <a:lnTo>
                  <a:pt x="2284958" y="0"/>
                </a:lnTo>
                <a:lnTo>
                  <a:pt x="2284958" y="970879"/>
                </a:lnTo>
                <a:lnTo>
                  <a:pt x="0" y="970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51496" t="0" r="0" b="-26850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29554" y="429509"/>
            <a:ext cx="1521744" cy="646589"/>
          </a:xfrm>
          <a:custGeom>
            <a:avLst/>
            <a:gdLst/>
            <a:ahLst/>
            <a:cxnLst/>
            <a:rect r="r" b="b" t="t" l="l"/>
            <a:pathLst>
              <a:path h="646589" w="1521744">
                <a:moveTo>
                  <a:pt x="0" y="0"/>
                </a:moveTo>
                <a:lnTo>
                  <a:pt x="1521745" y="0"/>
                </a:lnTo>
                <a:lnTo>
                  <a:pt x="1521745" y="646589"/>
                </a:lnTo>
                <a:lnTo>
                  <a:pt x="0" y="646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51496" t="0" r="0" b="-26850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059090" y="1238586"/>
            <a:ext cx="6228910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>
                <a:solidFill>
                  <a:srgbClr val="226245"/>
                </a:solidFill>
                <a:latin typeface="Bobby Jones"/>
                <a:ea typeface="Bobby Jones"/>
                <a:cs typeface="Bobby Jones"/>
                <a:sym typeface="Bobby Jones"/>
              </a:rPr>
              <a:t>Our Solution</a:t>
            </a:r>
          </a:p>
          <a:p>
            <a:pPr algn="l">
              <a:lnSpc>
                <a:spcPts val="60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073342" y="2937633"/>
            <a:ext cx="8185958" cy="319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2" indent="-280671" lvl="1">
              <a:lnSpc>
                <a:spcPts val="3380"/>
              </a:lnSpc>
              <a:buAutoNum type="arabicPeriod" startAt="1"/>
            </a:pPr>
            <a:r>
              <a:rPr lang="en-US" sz="2600" spc="78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Live Heatmap blending Landsat temperature + Sentinel vegetation.</a:t>
            </a:r>
          </a:p>
          <a:p>
            <a:pPr algn="l" marL="561342" indent="-280671" lvl="1">
              <a:lnSpc>
                <a:spcPts val="3380"/>
              </a:lnSpc>
              <a:buAutoNum type="arabicPeriod" startAt="1"/>
            </a:pPr>
            <a:r>
              <a:rPr lang="en-US" sz="2600" spc="78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AI Reports (Vertex AI / GPT-4 Vision) summarizing causes &amp; actions.</a:t>
            </a:r>
          </a:p>
          <a:p>
            <a:pPr algn="l" marL="561342" indent="-280671" lvl="1">
              <a:lnSpc>
                <a:spcPts val="3380"/>
              </a:lnSpc>
              <a:buAutoNum type="arabicPeriod" startAt="1"/>
            </a:pPr>
            <a:r>
              <a:rPr lang="en-US" sz="2600" spc="78">
                <a:solidFill>
                  <a:srgbClr val="000000"/>
                </a:solidFill>
                <a:latin typeface="Biski"/>
                <a:ea typeface="Biski"/>
                <a:cs typeface="Biski"/>
                <a:sym typeface="Biski"/>
              </a:rPr>
              <a:t>Gamified Missions with XP, leaderboard, instant feedback loops.</a:t>
            </a:r>
          </a:p>
          <a:p>
            <a:pPr algn="l">
              <a:lnSpc>
                <a:spcPts val="33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9442" y="8223722"/>
            <a:ext cx="21469918" cy="3761793"/>
            <a:chOff x="0" y="0"/>
            <a:chExt cx="1619259" cy="283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9" cy="283714"/>
            </a:xfrm>
            <a:custGeom>
              <a:avLst/>
              <a:gdLst/>
              <a:ahLst/>
              <a:cxnLst/>
              <a:rect r="r" b="b" t="t" l="l"/>
              <a:pathLst>
                <a:path h="283714" w="1619259">
                  <a:moveTo>
                    <a:pt x="0" y="0"/>
                  </a:moveTo>
                  <a:lnTo>
                    <a:pt x="1619259" y="0"/>
                  </a:lnTo>
                  <a:lnTo>
                    <a:pt x="1619259" y="283714"/>
                  </a:lnTo>
                  <a:lnTo>
                    <a:pt x="0" y="283714"/>
                  </a:lnTo>
                  <a:close/>
                </a:path>
              </a:pathLst>
            </a:custGeom>
            <a:solidFill>
              <a:srgbClr val="ABC3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9259" cy="321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9532" y="690423"/>
            <a:ext cx="14600253" cy="8906154"/>
          </a:xfrm>
          <a:custGeom>
            <a:avLst/>
            <a:gdLst/>
            <a:ahLst/>
            <a:cxnLst/>
            <a:rect r="r" b="b" t="t" l="l"/>
            <a:pathLst>
              <a:path h="8906154" w="14600253">
                <a:moveTo>
                  <a:pt x="0" y="0"/>
                </a:moveTo>
                <a:lnTo>
                  <a:pt x="14600253" y="0"/>
                </a:lnTo>
                <a:lnTo>
                  <a:pt x="14600253" y="8906154"/>
                </a:lnTo>
                <a:lnTo>
                  <a:pt x="0" y="8906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340782">
            <a:off x="3962144" y="-2398307"/>
            <a:ext cx="3052433" cy="4114800"/>
          </a:xfrm>
          <a:custGeom>
            <a:avLst/>
            <a:gdLst/>
            <a:ahLst/>
            <a:cxnLst/>
            <a:rect r="r" b="b" t="t" l="l"/>
            <a:pathLst>
              <a:path h="4114800" w="3052433">
                <a:moveTo>
                  <a:pt x="0" y="0"/>
                </a:moveTo>
                <a:lnTo>
                  <a:pt x="3052434" y="0"/>
                </a:lnTo>
                <a:lnTo>
                  <a:pt x="3052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9442" y="8223722"/>
            <a:ext cx="21469918" cy="3761793"/>
            <a:chOff x="0" y="0"/>
            <a:chExt cx="1619259" cy="283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9" cy="283714"/>
            </a:xfrm>
            <a:custGeom>
              <a:avLst/>
              <a:gdLst/>
              <a:ahLst/>
              <a:cxnLst/>
              <a:rect r="r" b="b" t="t" l="l"/>
              <a:pathLst>
                <a:path h="283714" w="1619259">
                  <a:moveTo>
                    <a:pt x="0" y="0"/>
                  </a:moveTo>
                  <a:lnTo>
                    <a:pt x="1619259" y="0"/>
                  </a:lnTo>
                  <a:lnTo>
                    <a:pt x="1619259" y="283714"/>
                  </a:lnTo>
                  <a:lnTo>
                    <a:pt x="0" y="283714"/>
                  </a:lnTo>
                  <a:close/>
                </a:path>
              </a:pathLst>
            </a:custGeom>
            <a:solidFill>
              <a:srgbClr val="ABC3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9259" cy="321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0340782">
            <a:off x="3962144" y="-2398307"/>
            <a:ext cx="3052433" cy="4114800"/>
          </a:xfrm>
          <a:custGeom>
            <a:avLst/>
            <a:gdLst/>
            <a:ahLst/>
            <a:cxnLst/>
            <a:rect r="r" b="b" t="t" l="l"/>
            <a:pathLst>
              <a:path h="4114800" w="3052433">
                <a:moveTo>
                  <a:pt x="0" y="0"/>
                </a:moveTo>
                <a:lnTo>
                  <a:pt x="3052434" y="0"/>
                </a:lnTo>
                <a:lnTo>
                  <a:pt x="3052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25616" y="925173"/>
            <a:ext cx="9064672" cy="9529222"/>
          </a:xfrm>
          <a:custGeom>
            <a:avLst/>
            <a:gdLst/>
            <a:ahLst/>
            <a:cxnLst/>
            <a:rect r="r" b="b" t="t" l="l"/>
            <a:pathLst>
              <a:path h="9529222" w="9064672">
                <a:moveTo>
                  <a:pt x="0" y="0"/>
                </a:moveTo>
                <a:lnTo>
                  <a:pt x="9064672" y="0"/>
                </a:lnTo>
                <a:lnTo>
                  <a:pt x="9064672" y="9529222"/>
                </a:lnTo>
                <a:lnTo>
                  <a:pt x="0" y="9529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9442" y="8223722"/>
            <a:ext cx="21469918" cy="3761793"/>
            <a:chOff x="0" y="0"/>
            <a:chExt cx="1619259" cy="283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9259" cy="283714"/>
            </a:xfrm>
            <a:custGeom>
              <a:avLst/>
              <a:gdLst/>
              <a:ahLst/>
              <a:cxnLst/>
              <a:rect r="r" b="b" t="t" l="l"/>
              <a:pathLst>
                <a:path h="283714" w="1619259">
                  <a:moveTo>
                    <a:pt x="0" y="0"/>
                  </a:moveTo>
                  <a:lnTo>
                    <a:pt x="1619259" y="0"/>
                  </a:lnTo>
                  <a:lnTo>
                    <a:pt x="1619259" y="283714"/>
                  </a:lnTo>
                  <a:lnTo>
                    <a:pt x="0" y="283714"/>
                  </a:lnTo>
                  <a:close/>
                </a:path>
              </a:pathLst>
            </a:custGeom>
            <a:solidFill>
              <a:srgbClr val="ABC33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9259" cy="321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0340782">
            <a:off x="3962144" y="-2398307"/>
            <a:ext cx="3052433" cy="4114800"/>
          </a:xfrm>
          <a:custGeom>
            <a:avLst/>
            <a:gdLst/>
            <a:ahLst/>
            <a:cxnLst/>
            <a:rect r="r" b="b" t="t" l="l"/>
            <a:pathLst>
              <a:path h="4114800" w="3052433">
                <a:moveTo>
                  <a:pt x="0" y="0"/>
                </a:moveTo>
                <a:lnTo>
                  <a:pt x="3052434" y="0"/>
                </a:lnTo>
                <a:lnTo>
                  <a:pt x="3052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6667360" y="0"/>
            <a:ext cx="4776107" cy="10287000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-968640">
            <a:off x="12926088" y="-111430"/>
            <a:ext cx="7748057" cy="11016195"/>
          </a:xfrm>
          <a:custGeom>
            <a:avLst/>
            <a:gdLst/>
            <a:ahLst/>
            <a:cxnLst/>
            <a:rect r="r" b="b" t="t" l="l"/>
            <a:pathLst>
              <a:path h="11016195" w="7748057">
                <a:moveTo>
                  <a:pt x="0" y="0"/>
                </a:moveTo>
                <a:lnTo>
                  <a:pt x="7748057" y="0"/>
                </a:lnTo>
                <a:lnTo>
                  <a:pt x="7748057" y="11016195"/>
                </a:lnTo>
                <a:lnTo>
                  <a:pt x="0" y="11016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410854">
            <a:off x="-2484241" y="2715624"/>
            <a:ext cx="7748057" cy="11016195"/>
          </a:xfrm>
          <a:custGeom>
            <a:avLst/>
            <a:gdLst/>
            <a:ahLst/>
            <a:cxnLst/>
            <a:rect r="r" b="b" t="t" l="l"/>
            <a:pathLst>
              <a:path h="11016195" w="7748057">
                <a:moveTo>
                  <a:pt x="0" y="0"/>
                </a:moveTo>
                <a:lnTo>
                  <a:pt x="7748057" y="0"/>
                </a:lnTo>
                <a:lnTo>
                  <a:pt x="7748057" y="11016195"/>
                </a:lnTo>
                <a:lnTo>
                  <a:pt x="0" y="110161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DAG4RJ0gg_c</dc:identifier>
  <dcterms:modified xsi:type="dcterms:W3CDTF">2011-08-01T06:04:30Z</dcterms:modified>
  <cp:revision>1</cp:revision>
  <dc:title>HeatQUest</dc:title>
</cp:coreProperties>
</file>